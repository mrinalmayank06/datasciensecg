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ShopSmart AI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t>E-commerce AI Assistant built using Azure AI Foundry</a:t>
            </a:r>
          </a:p>
          <a:p>
            <a:endParaRPr/>
          </a:p>
          <a:p>
            <a:r>
              <a:t>Helps with:</a:t>
            </a:r>
          </a:p>
          <a:p>
            <a:r>
              <a:t>- Product suggestions</a:t>
            </a:r>
          </a:p>
          <a:p>
            <a:r>
              <a:t>- Customer support</a:t>
            </a:r>
          </a:p>
          <a:p>
            <a:r>
              <a:t>- Calculations</a:t>
            </a:r>
          </a:p>
          <a:p>
            <a:r>
              <a:t>- Safe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C3EFF-796B-C006-4553-F99746C9D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2971799" cy="3240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Sogeti (Data &amp; AI)</a:t>
            </a:r>
          </a:p>
          <a:p>
            <a:pPr marL="0" indent="0">
              <a:buNone/>
            </a:pPr>
            <a:r>
              <a:rPr lang="en-IN" sz="1600" dirty="0"/>
              <a:t>Mentor :Himanshu Sardana Sir</a:t>
            </a:r>
          </a:p>
          <a:p>
            <a:pPr marL="0" indent="0">
              <a:buNone/>
            </a:pPr>
            <a:r>
              <a:rPr lang="en-IN" sz="1600" dirty="0"/>
              <a:t>Team : </a:t>
            </a:r>
          </a:p>
          <a:p>
            <a:r>
              <a:rPr lang="en-IN" sz="1600" dirty="0"/>
              <a:t>Mrinal Mayank</a:t>
            </a:r>
          </a:p>
          <a:p>
            <a:r>
              <a:rPr lang="en-IN" sz="1600" dirty="0"/>
              <a:t>Kushagra Chandra</a:t>
            </a:r>
          </a:p>
          <a:p>
            <a:r>
              <a:rPr lang="en-IN" sz="1600" dirty="0"/>
              <a:t>Saurabh Yadav</a:t>
            </a:r>
          </a:p>
          <a:p>
            <a:r>
              <a:rPr lang="en-IN" sz="1600" dirty="0"/>
              <a:t>Shruti Mishra</a:t>
            </a:r>
          </a:p>
          <a:p>
            <a:r>
              <a:rPr lang="en-IN" sz="1600" dirty="0"/>
              <a:t>Vanshika Gangwar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face confusion in:</a:t>
            </a:r>
          </a:p>
          <a:p>
            <a:r>
              <a:t>- Choosing products</a:t>
            </a:r>
          </a:p>
          <a:p>
            <a:r>
              <a:t>- Understanding discounts</a:t>
            </a:r>
          </a:p>
          <a:p>
            <a:r>
              <a:t>- Handling returns</a:t>
            </a:r>
          </a:p>
          <a:p>
            <a:endParaRPr/>
          </a:p>
          <a:p>
            <a:r>
              <a:t>Solution: AI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ShopSmart AI:</a:t>
            </a:r>
          </a:p>
          <a:p>
            <a:r>
              <a:t>- Recommends products</a:t>
            </a:r>
          </a:p>
          <a:p>
            <a:r>
              <a:t>- Explains concepts</a:t>
            </a:r>
          </a:p>
          <a:p>
            <a:r>
              <a:t>- Handles complaints</a:t>
            </a:r>
          </a:p>
          <a:p>
            <a:r>
              <a:t>- Ensures safe AI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AI Assistant → Response</a:t>
            </a:r>
          </a:p>
          <a:p>
            <a:endParaRPr/>
          </a:p>
          <a:p>
            <a:r>
              <a:t>Steps:</a:t>
            </a:r>
          </a:p>
          <a:p>
            <a:r>
              <a:t>1. User asks query</a:t>
            </a:r>
          </a:p>
          <a:p>
            <a:r>
              <a:t>2. AI understands intent</a:t>
            </a:r>
          </a:p>
          <a:p>
            <a:r>
              <a:t>3. Gives structured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Configured with:</a:t>
            </a:r>
          </a:p>
          <a:p>
            <a:r>
              <a:t>- System Instructions</a:t>
            </a:r>
          </a:p>
          <a:p>
            <a:r>
              <a:t>- Guardrails</a:t>
            </a:r>
          </a:p>
          <a:p>
            <a:r>
              <a:t>- Behavior rules</a:t>
            </a:r>
          </a:p>
          <a:p>
            <a:r>
              <a:t>- Tool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cart abandonment</a:t>
            </a:r>
          </a:p>
          <a:p>
            <a:endParaRPr/>
          </a:p>
          <a:p>
            <a:r>
              <a:t>AI gives simple explanation with 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2: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Suggest smartphone under 20000</a:t>
            </a:r>
          </a:p>
          <a:p>
            <a:endParaRPr/>
          </a:p>
          <a:p>
            <a:r>
              <a:t>AI considers:</a:t>
            </a:r>
          </a:p>
          <a:p>
            <a:r>
              <a:t>- Budget</a:t>
            </a:r>
          </a:p>
          <a:p>
            <a:r>
              <a:t>- Use case</a:t>
            </a:r>
          </a:p>
          <a:p>
            <a:r>
              <a:t>-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3: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+ Shipping</a:t>
            </a:r>
          </a:p>
          <a:p>
            <a:endParaRPr/>
          </a:p>
          <a:p>
            <a:r>
              <a:t>AI calculates step-by-step</a:t>
            </a:r>
          </a:p>
          <a:p>
            <a:r>
              <a:t>Final price shown clearly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4: Customer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received wrong product</a:t>
            </a:r>
          </a:p>
          <a:p>
            <a:endParaRPr/>
          </a:p>
          <a:p>
            <a:r>
              <a:t>AI responds with:</a:t>
            </a:r>
          </a:p>
          <a:p>
            <a:r>
              <a:t>- Apology</a:t>
            </a:r>
          </a:p>
          <a:p>
            <a:r>
              <a:t>- Solution</a:t>
            </a:r>
          </a:p>
          <a:p>
            <a:r>
              <a:t>- 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5: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 assumption correction</a:t>
            </a:r>
          </a:p>
          <a:p>
            <a:endParaRPr/>
          </a:p>
          <a:p>
            <a:r>
              <a:t>AI explains:</a:t>
            </a:r>
          </a:p>
          <a:p>
            <a:r>
              <a:t>- What is wrong</a:t>
            </a:r>
          </a:p>
          <a:p>
            <a:r>
              <a:t>- Correct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6: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Unsafe request: hacking</a:t>
            </a:r>
          </a:p>
          <a:p>
            <a:endParaRPr/>
          </a:p>
          <a:p>
            <a:r>
              <a:t>AI:</a:t>
            </a:r>
          </a:p>
          <a:p>
            <a:r>
              <a:t>- Refuses politely</a:t>
            </a:r>
          </a:p>
          <a:p>
            <a:r>
              <a:t>- Suggests safe alternatives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balanced model</a:t>
            </a:r>
          </a:p>
          <a:p>
            <a:endParaRPr/>
          </a:p>
          <a:p>
            <a:r>
              <a:t>Focus:</a:t>
            </a:r>
          </a:p>
          <a:p>
            <a:r>
              <a:t>- Good reasoning</a:t>
            </a:r>
          </a:p>
          <a:p>
            <a:r>
              <a:t>- Fast response</a:t>
            </a:r>
          </a:p>
          <a:p>
            <a:r>
              <a:t>- Clear answers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integrate:</a:t>
            </a:r>
          </a:p>
          <a:p>
            <a:r>
              <a:t>- Live inventory</a:t>
            </a:r>
          </a:p>
          <a:p>
            <a:r>
              <a:t>- Payments</a:t>
            </a:r>
          </a:p>
          <a:p>
            <a:r>
              <a:t>- Personalization</a:t>
            </a:r>
          </a:p>
          <a:p>
            <a:r>
              <a:t>- Multi-language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ShopSmart AI:</a:t>
            </a:r>
          </a:p>
          <a:p>
            <a:r>
              <a:t>- Smart</a:t>
            </a:r>
          </a:p>
          <a:p>
            <a:r>
              <a:t>- Safe</a:t>
            </a:r>
          </a:p>
          <a:p>
            <a:r>
              <a:t>- Practical</a:t>
            </a:r>
          </a:p>
          <a:p>
            <a:endParaRPr/>
          </a:p>
          <a:p>
            <a:r>
              <a:t>Improves e-commerce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271</Words>
  <Application>Microsoft Office PowerPoint</Application>
  <PresentationFormat>On-screen Show (4:3)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ShopSmart AI Assistant</vt:lpstr>
      <vt:lpstr>Problem Statement</vt:lpstr>
      <vt:lpstr>Our Solution</vt:lpstr>
      <vt:lpstr>How It Works</vt:lpstr>
      <vt:lpstr>Agent Setup</vt:lpstr>
      <vt:lpstr>Demo 1: Concept</vt:lpstr>
      <vt:lpstr>Demo 2: Recommendation</vt:lpstr>
      <vt:lpstr>Demo 3: Calculation</vt:lpstr>
      <vt:lpstr>Demo 4: Customer Support</vt:lpstr>
      <vt:lpstr>Demo 5: Debugging</vt:lpstr>
      <vt:lpstr>Demo 6: Guardrails</vt:lpstr>
      <vt:lpstr>Model Choice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Mrinal Mayank</dc:creator>
  <cp:keywords/>
  <dc:description>generated using python-pptx</dc:description>
  <cp:lastModifiedBy>Mrinal Mayank</cp:lastModifiedBy>
  <cp:revision>2</cp:revision>
  <dcterms:created xsi:type="dcterms:W3CDTF">2013-01-27T09:14:16Z</dcterms:created>
  <dcterms:modified xsi:type="dcterms:W3CDTF">2026-04-07T10:25:40Z</dcterms:modified>
  <cp:category/>
</cp:coreProperties>
</file>